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22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in Selenium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Logging is Important in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test execution flow</a:t>
            </a:r>
          </a:p>
          <a:p>
            <a:r>
              <a:t>Helps debug test failures</a:t>
            </a:r>
          </a:p>
          <a:p>
            <a:r>
              <a:t>Provides insights in CI/CD pipelines</a:t>
            </a:r>
          </a:p>
          <a:p>
            <a:r>
              <a:t>Useful for audit and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Logs in Selenium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Browser Logs (console output)</a:t>
            </a:r>
          </a:p>
          <a:p>
            <a:r>
              <a:t>2. Driver Logs (WebDriver internal logs)</a:t>
            </a:r>
          </a:p>
          <a:p>
            <a:r>
              <a:t>3. Client Logs (Selenium client-side logs)</a:t>
            </a:r>
          </a:p>
          <a:p>
            <a:r>
              <a:t>4. Performance Logs (network traffic &amp; events)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Enabling Logging in Selenium (Chrome)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from selenium import webdriver</a:t>
            </a:r>
          </a:p>
          <a:p>
            <a:r>
              <a:t>from selenium.webdriver.chrome.options import Options</a:t>
            </a:r>
          </a:p>
          <a:p>
            <a:r>
              <a:t>from selenium.webdriver.common.desired_capabilities import DesiredCapabilities</a:t>
            </a:r>
          </a:p>
          <a:p>
            <a:r>
              <a:t>caps = DesiredCapabilities.CHROME.copy()</a:t>
            </a:r>
          </a:p>
          <a:p>
            <a:r>
              <a:t>caps['goog:loggingPrefs'] = {'browser': 'ALL'}</a:t>
            </a:r>
          </a:p>
          <a:p>
            <a:r>
              <a:t>driver = webdriver.Chrome(desired_capabilities=caps)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Browser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logs = driver.get_log('browser')</a:t>
            </a:r>
          </a:p>
          <a:p>
            <a:r>
              <a:t>for entry in logs:</a:t>
            </a:r>
          </a:p>
          <a:p>
            <a:r>
              <a:t>    print(entry['level'], entry['message'])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Log Types You Can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driver.get_log('driver')</a:t>
            </a:r>
          </a:p>
          <a:p>
            <a:r>
              <a:t>driver.get_log('client')</a:t>
            </a:r>
          </a:p>
          <a:p>
            <a:r>
              <a:t>driver.get_log('performance')</a:t>
            </a:r>
          </a:p>
          <a:p>
            <a:r>
              <a:t>Each provides different layers of visibility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Python Logging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logging</a:t>
            </a:r>
          </a:p>
          <a:p>
            <a:r>
              <a:t>logging.basicConfig(filename='test.log', level=logging.INFO)</a:t>
            </a:r>
          </a:p>
          <a:p>
            <a:r>
              <a:t>logging.info('Test started')</a:t>
            </a:r>
          </a:p>
          <a:p>
            <a:r>
              <a:t>logging.error('Element not found')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Levels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DEBUG: Detailed info for debugging</a:t>
            </a:r>
          </a:p>
          <a:p>
            <a:r>
              <a:t>INFO: General execution flow</a:t>
            </a:r>
          </a:p>
          <a:p>
            <a:r>
              <a:t>WARNING: Something unexpected</a:t>
            </a:r>
          </a:p>
          <a:p>
            <a:r>
              <a:t>ERROR: A failure occurred</a:t>
            </a:r>
          </a:p>
          <a:p>
            <a:r>
              <a:t>CRITICAL: Serious 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Combining Python Logs with Selenium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 test steps manually using logging</a:t>
            </a:r>
          </a:p>
          <a:p>
            <a:r>
              <a:t>Log exceptions in try-except blocks</a:t>
            </a:r>
          </a:p>
          <a:p>
            <a:r>
              <a:t>Capture logs from browser for deeper analysis</a:t>
            </a:r>
          </a:p>
          <a:p>
            <a:r>
              <a:t>Useful for full visibility in test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Best Practices in Automation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consistent log levels</a:t>
            </a:r>
          </a:p>
          <a:p>
            <a:r>
              <a:t>Log meaningful messages</a:t>
            </a:r>
          </a:p>
          <a:p>
            <a:r>
              <a:t>Store logs for each test session</a:t>
            </a:r>
          </a:p>
          <a:p>
            <a:r>
              <a:t>Clean up sensitive data in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Logging is essential for scalable, debuggable automation</a:t>
            </a:r>
          </a:p>
          <a:p>
            <a:r>
              <a:t>Use both Python logging and Selenium logs</a:t>
            </a:r>
          </a:p>
          <a:p>
            <a:r>
              <a:t>Logs improve test reliability and maintainability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280</Words>
  <Application>Microsoft Office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Logging in Selenium Automation</vt:lpstr>
      <vt:lpstr>Why Logging is Important in Automation</vt:lpstr>
      <vt:lpstr>Types of Logs in Selenium</vt:lpstr>
      <vt:lpstr>Enabling Logging in Selenium (Chrome)</vt:lpstr>
      <vt:lpstr>Accessing Browser Logs</vt:lpstr>
      <vt:lpstr>Other Log Types You Can Use</vt:lpstr>
      <vt:lpstr>Using Python Logging Module</vt:lpstr>
      <vt:lpstr>Log Levels in Python</vt:lpstr>
      <vt:lpstr>Combining Python Logs with Selenium</vt:lpstr>
      <vt:lpstr>Best Practices in Automation Logging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Logging in Selenium Automation</dc:title>
  <dc:subject/>
  <dc:creator/>
  <cp:keywords/>
  <dc:description>generated using python-pptx</dc:description>
  <cp:lastModifiedBy>JEROME T. ALVEZ</cp:lastModifiedBy>
  <cp:revision>2</cp:revision>
  <dcterms:created xsi:type="dcterms:W3CDTF">2013-01-27T09:14:16Z</dcterms:created>
  <dcterms:modified xsi:type="dcterms:W3CDTF">2025-07-19T11:28:06Z</dcterms:modified>
  <cp:category/>
</cp:coreProperties>
</file>